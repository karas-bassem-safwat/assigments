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4660"/>
  </p:normalViewPr>
  <p:slideViewPr>
    <p:cSldViewPr snapToGrid="0">
      <p:cViewPr>
        <p:scale>
          <a:sx n="75" d="100"/>
          <a:sy n="75" d="100"/>
        </p:scale>
        <p:origin x="155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80895-AD54-81F2-D443-AF28B331A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8D67D-0BFF-B922-19C7-66324EC7B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54741-C7CB-D2B4-D2E8-0861EB4E0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610E-41EC-401D-B5A0-DE552A39B59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7BDE1-D980-F7B2-7C9B-7427C22D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18151-D24F-7F72-098B-DCE7F50F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177E-F9BA-4838-84F3-6CA4A9223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E2ABF-FEA3-7267-962B-C18A5EF2A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20291-CC2A-98A0-8742-8E15A9A50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4DF72-3180-B923-CA66-33C106BE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610E-41EC-401D-B5A0-DE552A39B59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A5604-0F32-607C-B27E-C4C6B28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04AB7-5DC6-846A-BD92-D0C92D09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177E-F9BA-4838-84F3-6CA4A9223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7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C075-A8D5-1F05-CACD-6E3B605EB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5F545-4632-F62A-CDAD-A331DAC55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35720-902C-C402-3DC6-3C3212AC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610E-41EC-401D-B5A0-DE552A39B59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77822-1891-9BAF-A8A0-F6AFF64C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718B6-DA52-2312-5EDE-0E4D8C30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177E-F9BA-4838-84F3-6CA4A9223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77A83-724B-A8B7-010B-F611F137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C1173-4248-0B80-581E-F7B604557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C56D3-F253-61B4-362B-12D3BF642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FE2AF-D307-9B2B-3317-400AE3D95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610E-41EC-401D-B5A0-DE552A39B59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E633F-2888-6162-E904-4D02E0C54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653BA-8F82-F014-A48C-DACE436E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177E-F9BA-4838-84F3-6CA4A9223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6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83AD-A4F7-BA4A-5B9E-588373677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C82D1-069A-CF9D-C9CC-2A4FBC23A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DCA40-762F-FFAB-72CA-9D0E75A5B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F21AB-322A-3B66-0FE4-077CB6DABE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509334-3911-6347-BE63-0E6C04D2D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823699-8953-C734-75F6-447E5623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610E-41EC-401D-B5A0-DE552A39B59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421A6-B3FC-3512-6BC1-31A1A0FE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38CFE-C6C2-5696-284D-E96D39D5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177E-F9BA-4838-84F3-6CA4A9223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9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4615-6D22-2299-25C5-C352246AD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24BC7-6299-66CC-09C1-7662BB3FE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610E-41EC-401D-B5A0-DE552A39B59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D78C7-0D9B-9CCB-672C-628291277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E223D-5693-36A1-5E2D-3EA2AEA60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177E-F9BA-4838-84F3-6CA4A9223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5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B1506-7E86-6000-B77A-EBDA5A421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610E-41EC-401D-B5A0-DE552A39B59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2B9DBA-4097-5738-B39D-CCFF116D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9D528-8FD5-0002-7BC3-3452B2AF0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177E-F9BA-4838-84F3-6CA4A9223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9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82D3-334C-31CA-96F8-125CA120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0E18B-17D0-C5FD-632B-2BF6A7BEC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C2D5F-2D10-7E2B-0BBF-781658228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1B78C-F906-1D53-6F7A-A0D1A66C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610E-41EC-401D-B5A0-DE552A39B59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0920B-5EBA-72DB-3E28-50A5762F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77804-BF6D-1382-F63D-0184DDE9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177E-F9BA-4838-84F3-6CA4A9223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4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91AF-2AF3-BD17-22A4-D50241DF3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F5B6B9-4ECD-5E2C-6824-3F2DE00F3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D402C-14E6-8AD8-C242-2DD5BE28B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2001F-DE09-EB1B-B572-009C31525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610E-41EC-401D-B5A0-DE552A39B59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B4FBB-6762-F870-39EB-68BE79BD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6516B-A6CA-0085-A7A0-8FFCD855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177E-F9BA-4838-84F3-6CA4A9223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59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EBAB9-CE39-0933-FBC6-8A43E63FF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8D894-ED69-783C-8C72-589624BE4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9ED8F-1C41-977C-73EE-09C5DC9E9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610E-41EC-401D-B5A0-DE552A39B59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89356-437C-A7DD-B12D-E8A1DA95A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75B9F-D81A-5A8B-34AF-CF44B878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177E-F9BA-4838-84F3-6CA4A9223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7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2434E-DEC2-D85D-68EE-75143A7EF3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6DFC7-EC2F-1CE2-F885-AA5A8AB9A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4ED8F-0CFD-A9D9-6045-D2E1FEB4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3610E-41EC-401D-B5A0-DE552A39B59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634F4-6FA7-C653-61E2-D8AA2D2E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BF0A3-A181-C5D2-D771-B8C10E61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0177E-F9BA-4838-84F3-6CA4A9223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14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E4F80-4788-6427-F3FB-BDE574AA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1BD02-BF83-0753-D2CF-E004AE67C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78BA2-0398-C940-4C0F-BCE7DC9BB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3610E-41EC-401D-B5A0-DE552A39B59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20066-F19F-07F3-ABEA-63B1305FB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7BEEF-2B32-80EC-7F0E-964CC28C9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0177E-F9BA-4838-84F3-6CA4A9223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01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42BF4F-69A3-F42A-C22D-B11DABFE541E}"/>
              </a:ext>
            </a:extLst>
          </p:cNvPr>
          <p:cNvSpPr/>
          <p:nvPr/>
        </p:nvSpPr>
        <p:spPr>
          <a:xfrm>
            <a:off x="950536" y="2834329"/>
            <a:ext cx="2894028" cy="999241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Musician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C96A8C-5AEB-5829-F3A5-4FD872103BCC}"/>
              </a:ext>
            </a:extLst>
          </p:cNvPr>
          <p:cNvSpPr/>
          <p:nvPr/>
        </p:nvSpPr>
        <p:spPr>
          <a:xfrm>
            <a:off x="4648986" y="1132789"/>
            <a:ext cx="2894028" cy="999241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Instrument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5FFE3C-8D17-C9ED-E03B-CBE499887A3D}"/>
              </a:ext>
            </a:extLst>
          </p:cNvPr>
          <p:cNvSpPr/>
          <p:nvPr/>
        </p:nvSpPr>
        <p:spPr>
          <a:xfrm>
            <a:off x="4648986" y="5074766"/>
            <a:ext cx="2894028" cy="999241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Album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6ED539-44E5-018C-964C-5BD9151F0A71}"/>
              </a:ext>
            </a:extLst>
          </p:cNvPr>
          <p:cNvSpPr/>
          <p:nvPr/>
        </p:nvSpPr>
        <p:spPr>
          <a:xfrm>
            <a:off x="8347438" y="2834328"/>
            <a:ext cx="2894028" cy="999241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Song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3939FABB-1E0C-38D9-25F2-3AA2EDDA495E}"/>
              </a:ext>
            </a:extLst>
          </p:cNvPr>
          <p:cNvSpPr/>
          <p:nvPr/>
        </p:nvSpPr>
        <p:spPr>
          <a:xfrm>
            <a:off x="2410118" y="892406"/>
            <a:ext cx="1442301" cy="1480008"/>
          </a:xfrm>
          <a:prstGeom prst="flowChartDecision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Plays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C6CEAF-CFA9-D4AF-E870-6E4C3E1E0E9A}"/>
              </a:ext>
            </a:extLst>
          </p:cNvPr>
          <p:cNvCxnSpPr>
            <a:cxnSpLocks/>
            <a:stCxn id="4" idx="0"/>
            <a:endCxn id="8" idx="1"/>
          </p:cNvCxnSpPr>
          <p:nvPr/>
        </p:nvCxnSpPr>
        <p:spPr>
          <a:xfrm flipV="1">
            <a:off x="2397550" y="1632410"/>
            <a:ext cx="12568" cy="1201919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28B7D7-F7DD-EBAD-0708-B382522943B5}"/>
              </a:ext>
            </a:extLst>
          </p:cNvPr>
          <p:cNvCxnSpPr>
            <a:stCxn id="8" idx="3"/>
            <a:endCxn id="5" idx="1"/>
          </p:cNvCxnSpPr>
          <p:nvPr/>
        </p:nvCxnSpPr>
        <p:spPr>
          <a:xfrm>
            <a:off x="3852419" y="1632410"/>
            <a:ext cx="796567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Flowchart: Decision 18">
            <a:extLst>
              <a:ext uri="{FF2B5EF4-FFF2-40B4-BE49-F238E27FC236}">
                <a16:creationId xmlns:a16="http://schemas.microsoft.com/office/drawing/2014/main" id="{54E8C5EA-DCDC-6123-BDCB-D0F3C61F608B}"/>
              </a:ext>
            </a:extLst>
          </p:cNvPr>
          <p:cNvSpPr/>
          <p:nvPr/>
        </p:nvSpPr>
        <p:spPr>
          <a:xfrm>
            <a:off x="1342928" y="4654488"/>
            <a:ext cx="2109244" cy="1839797"/>
          </a:xfrm>
          <a:prstGeom prst="flowChartDecision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C46A4B-CA77-611F-07B5-C6F8CEF16A67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>
            <a:off x="2397550" y="3833570"/>
            <a:ext cx="0" cy="820918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E5035F-9A18-71F3-1BB3-828DDC74CF47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>
            <a:off x="3452172" y="5574387"/>
            <a:ext cx="119681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719F0229-0A2E-CE3C-5526-E18FFC9C2B38}"/>
              </a:ext>
            </a:extLst>
          </p:cNvPr>
          <p:cNvSpPr/>
          <p:nvPr/>
        </p:nvSpPr>
        <p:spPr>
          <a:xfrm>
            <a:off x="4906458" y="2414050"/>
            <a:ext cx="2109244" cy="1839797"/>
          </a:xfrm>
          <a:prstGeom prst="flowChartDecision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Performs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1C08816-1194-66C3-0477-56EF07908E4D}"/>
              </a:ext>
            </a:extLst>
          </p:cNvPr>
          <p:cNvCxnSpPr>
            <a:cxnSpLocks/>
            <a:stCxn id="4" idx="3"/>
            <a:endCxn id="43" idx="1"/>
          </p:cNvCxnSpPr>
          <p:nvPr/>
        </p:nvCxnSpPr>
        <p:spPr>
          <a:xfrm flipV="1">
            <a:off x="3844564" y="3333949"/>
            <a:ext cx="1061894" cy="1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D7817CD-47C4-DF7C-C108-E41018E9CD26}"/>
              </a:ext>
            </a:extLst>
          </p:cNvPr>
          <p:cNvCxnSpPr>
            <a:cxnSpLocks/>
            <a:stCxn id="43" idx="3"/>
            <a:endCxn id="7" idx="1"/>
          </p:cNvCxnSpPr>
          <p:nvPr/>
        </p:nvCxnSpPr>
        <p:spPr>
          <a:xfrm>
            <a:off x="7015702" y="3333949"/>
            <a:ext cx="1331736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6A681F6D-3609-C0F0-C5F3-2651DE4FF537}"/>
              </a:ext>
            </a:extLst>
          </p:cNvPr>
          <p:cNvSpPr/>
          <p:nvPr/>
        </p:nvSpPr>
        <p:spPr>
          <a:xfrm flipH="1">
            <a:off x="8739828" y="4654488"/>
            <a:ext cx="2109244" cy="1839797"/>
          </a:xfrm>
          <a:prstGeom prst="flowChartDecision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C7E9631-4DF8-B76C-67C5-5088F0EC3CE7}"/>
              </a:ext>
            </a:extLst>
          </p:cNvPr>
          <p:cNvCxnSpPr>
            <a:cxnSpLocks/>
            <a:stCxn id="7" idx="2"/>
            <a:endCxn id="50" idx="0"/>
          </p:cNvCxnSpPr>
          <p:nvPr/>
        </p:nvCxnSpPr>
        <p:spPr>
          <a:xfrm flipH="1">
            <a:off x="9794450" y="3833569"/>
            <a:ext cx="2" cy="820919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BC97AB5-2554-E491-6FB6-AF6B81842E8A}"/>
              </a:ext>
            </a:extLst>
          </p:cNvPr>
          <p:cNvCxnSpPr>
            <a:cxnSpLocks/>
            <a:stCxn id="50" idx="3"/>
            <a:endCxn id="6" idx="3"/>
          </p:cNvCxnSpPr>
          <p:nvPr/>
        </p:nvCxnSpPr>
        <p:spPr>
          <a:xfrm flipH="1">
            <a:off x="7543014" y="5574387"/>
            <a:ext cx="1196814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0283FAA-4922-50DE-7112-277F3566772C}"/>
              </a:ext>
            </a:extLst>
          </p:cNvPr>
          <p:cNvCxnSpPr>
            <a:cxnSpLocks/>
            <a:stCxn id="4" idx="1"/>
            <a:endCxn id="91" idx="6"/>
          </p:cNvCxnSpPr>
          <p:nvPr/>
        </p:nvCxnSpPr>
        <p:spPr>
          <a:xfrm flipH="1">
            <a:off x="-111358" y="3333950"/>
            <a:ext cx="1061894" cy="172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6022920-F858-0886-9DAC-26ED9A41565A}"/>
              </a:ext>
            </a:extLst>
          </p:cNvPr>
          <p:cNvCxnSpPr>
            <a:cxnSpLocks/>
            <a:endCxn id="96" idx="6"/>
          </p:cNvCxnSpPr>
          <p:nvPr/>
        </p:nvCxnSpPr>
        <p:spPr>
          <a:xfrm flipH="1">
            <a:off x="169386" y="3833569"/>
            <a:ext cx="781150" cy="84762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D27203A-F15B-1509-28D0-D2FC6AB90CE6}"/>
              </a:ext>
            </a:extLst>
          </p:cNvPr>
          <p:cNvCxnSpPr>
            <a:cxnSpLocks/>
            <a:endCxn id="94" idx="6"/>
          </p:cNvCxnSpPr>
          <p:nvPr/>
        </p:nvCxnSpPr>
        <p:spPr>
          <a:xfrm flipH="1" flipV="1">
            <a:off x="169387" y="2378698"/>
            <a:ext cx="781149" cy="45563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76A1DA9D-16DE-FD22-AE3C-976EB8B7620F}"/>
              </a:ext>
            </a:extLst>
          </p:cNvPr>
          <p:cNvSpPr/>
          <p:nvPr/>
        </p:nvSpPr>
        <p:spPr>
          <a:xfrm>
            <a:off x="-1329179" y="3063713"/>
            <a:ext cx="1217821" cy="575035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8CBC43E-1FA2-514F-9376-DC26BCB24139}"/>
              </a:ext>
            </a:extLst>
          </p:cNvPr>
          <p:cNvSpPr/>
          <p:nvPr/>
        </p:nvSpPr>
        <p:spPr>
          <a:xfrm>
            <a:off x="-1048434" y="2091180"/>
            <a:ext cx="1217821" cy="575035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C891FAA6-EE2C-84CD-CCED-934ED0AF6B41}"/>
              </a:ext>
            </a:extLst>
          </p:cNvPr>
          <p:cNvSpPr/>
          <p:nvPr/>
        </p:nvSpPr>
        <p:spPr>
          <a:xfrm>
            <a:off x="-1329179" y="4339473"/>
            <a:ext cx="1498565" cy="68345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Address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EDC1BE2-1CEF-3AF8-FC5B-23D6616BB373}"/>
              </a:ext>
            </a:extLst>
          </p:cNvPr>
          <p:cNvCxnSpPr>
            <a:cxnSpLocks/>
            <a:stCxn id="96" idx="4"/>
            <a:endCxn id="107" idx="0"/>
          </p:cNvCxnSpPr>
          <p:nvPr/>
        </p:nvCxnSpPr>
        <p:spPr>
          <a:xfrm flipH="1">
            <a:off x="-1551100" y="5022923"/>
            <a:ext cx="971204" cy="78791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CFFA5FA-31EB-9DCC-0505-EF10C68F306D}"/>
              </a:ext>
            </a:extLst>
          </p:cNvPr>
          <p:cNvCxnSpPr>
            <a:cxnSpLocks/>
            <a:stCxn id="96" idx="4"/>
            <a:endCxn id="109" idx="0"/>
          </p:cNvCxnSpPr>
          <p:nvPr/>
        </p:nvCxnSpPr>
        <p:spPr>
          <a:xfrm>
            <a:off x="-579896" y="5022923"/>
            <a:ext cx="889655" cy="71721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D8541AA1-E722-AE8C-24F5-D966A6B05561}"/>
              </a:ext>
            </a:extLst>
          </p:cNvPr>
          <p:cNvSpPr/>
          <p:nvPr/>
        </p:nvSpPr>
        <p:spPr>
          <a:xfrm>
            <a:off x="-2300383" y="5810835"/>
            <a:ext cx="1498565" cy="68345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Street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5C19D08-45D6-5157-F84F-133BEED5B35A}"/>
              </a:ext>
            </a:extLst>
          </p:cNvPr>
          <p:cNvSpPr/>
          <p:nvPr/>
        </p:nvSpPr>
        <p:spPr>
          <a:xfrm>
            <a:off x="-439524" y="5740137"/>
            <a:ext cx="1498565" cy="68345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City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26954F7-B21E-EBDB-04DE-EA317AE9D8C8}"/>
              </a:ext>
            </a:extLst>
          </p:cNvPr>
          <p:cNvCxnSpPr>
            <a:cxnSpLocks/>
            <a:endCxn id="113" idx="4"/>
          </p:cNvCxnSpPr>
          <p:nvPr/>
        </p:nvCxnSpPr>
        <p:spPr>
          <a:xfrm flipH="1" flipV="1">
            <a:off x="726746" y="1693682"/>
            <a:ext cx="774377" cy="114064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E3397315-CC39-4442-9BCA-C04F6410CF7F}"/>
              </a:ext>
            </a:extLst>
          </p:cNvPr>
          <p:cNvSpPr/>
          <p:nvPr/>
        </p:nvSpPr>
        <p:spPr>
          <a:xfrm>
            <a:off x="117835" y="1118647"/>
            <a:ext cx="1217821" cy="575035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Phone Num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ABFC8C7-F931-3C2D-C1F0-485394AE1641}"/>
              </a:ext>
            </a:extLst>
          </p:cNvPr>
          <p:cNvCxnSpPr>
            <a:cxnSpLocks/>
            <a:stCxn id="125" idx="6"/>
            <a:endCxn id="5" idx="3"/>
          </p:cNvCxnSpPr>
          <p:nvPr/>
        </p:nvCxnSpPr>
        <p:spPr>
          <a:xfrm flipH="1">
            <a:off x="7543014" y="1626914"/>
            <a:ext cx="944301" cy="54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Oval 124">
            <a:extLst>
              <a:ext uri="{FF2B5EF4-FFF2-40B4-BE49-F238E27FC236}">
                <a16:creationId xmlns:a16="http://schemas.microsoft.com/office/drawing/2014/main" id="{4A640B55-EA69-3963-78B4-211EC58107A1}"/>
              </a:ext>
            </a:extLst>
          </p:cNvPr>
          <p:cNvSpPr/>
          <p:nvPr/>
        </p:nvSpPr>
        <p:spPr>
          <a:xfrm flipH="1">
            <a:off x="8487315" y="1339396"/>
            <a:ext cx="1217821" cy="575035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Name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B06F41A-BBA9-CF9D-B709-7DC95D93F3D3}"/>
              </a:ext>
            </a:extLst>
          </p:cNvPr>
          <p:cNvCxnSpPr>
            <a:cxnSpLocks/>
            <a:stCxn id="5" idx="0"/>
            <a:endCxn id="130" idx="4"/>
          </p:cNvCxnSpPr>
          <p:nvPr/>
        </p:nvCxnSpPr>
        <p:spPr>
          <a:xfrm flipV="1">
            <a:off x="6096000" y="608225"/>
            <a:ext cx="0" cy="52456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4ECEFCE5-35B8-6E0B-B535-CFCFC5DA950E}"/>
              </a:ext>
            </a:extLst>
          </p:cNvPr>
          <p:cNvSpPr/>
          <p:nvPr/>
        </p:nvSpPr>
        <p:spPr>
          <a:xfrm>
            <a:off x="5401904" y="15515"/>
            <a:ext cx="1388192" cy="59271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Musical Key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8504367-06D9-FF41-89DE-C74FC9398859}"/>
              </a:ext>
            </a:extLst>
          </p:cNvPr>
          <p:cNvCxnSpPr>
            <a:cxnSpLocks/>
            <a:stCxn id="6" idx="2"/>
            <a:endCxn id="136" idx="0"/>
          </p:cNvCxnSpPr>
          <p:nvPr/>
        </p:nvCxnSpPr>
        <p:spPr>
          <a:xfrm>
            <a:off x="6096000" y="6074007"/>
            <a:ext cx="0" cy="78399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4C1761D4-27E4-6A8A-4B65-C5BDE52891CB}"/>
              </a:ext>
            </a:extLst>
          </p:cNvPr>
          <p:cNvSpPr/>
          <p:nvPr/>
        </p:nvSpPr>
        <p:spPr>
          <a:xfrm>
            <a:off x="5401904" y="6858000"/>
            <a:ext cx="1388192" cy="59271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Title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D061C9E-B56F-0B3D-BCC6-DDC3E09FD185}"/>
              </a:ext>
            </a:extLst>
          </p:cNvPr>
          <p:cNvCxnSpPr>
            <a:cxnSpLocks/>
            <a:stCxn id="6" idx="0"/>
            <a:endCxn id="149" idx="3"/>
          </p:cNvCxnSpPr>
          <p:nvPr/>
        </p:nvCxnSpPr>
        <p:spPr>
          <a:xfrm flipV="1">
            <a:off x="6096000" y="4623853"/>
            <a:ext cx="490848" cy="45091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Oval 148">
            <a:extLst>
              <a:ext uri="{FF2B5EF4-FFF2-40B4-BE49-F238E27FC236}">
                <a16:creationId xmlns:a16="http://schemas.microsoft.com/office/drawing/2014/main" id="{C6170EC8-B49D-F09F-4AAD-46CD6E3114DC}"/>
              </a:ext>
            </a:extLst>
          </p:cNvPr>
          <p:cNvSpPr/>
          <p:nvPr/>
        </p:nvSpPr>
        <p:spPr>
          <a:xfrm>
            <a:off x="6351016" y="4117943"/>
            <a:ext cx="1610359" cy="59271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Copyright date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D71FC07F-3991-B71B-E6A1-C5F625EDBBCA}"/>
              </a:ext>
            </a:extLst>
          </p:cNvPr>
          <p:cNvCxnSpPr>
            <a:cxnSpLocks/>
            <a:endCxn id="159" idx="0"/>
          </p:cNvCxnSpPr>
          <p:nvPr/>
        </p:nvCxnSpPr>
        <p:spPr>
          <a:xfrm>
            <a:off x="7114032" y="6074006"/>
            <a:ext cx="1274733" cy="57483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9232EE6E-00C7-27B6-910F-8054FEF4FC37}"/>
              </a:ext>
            </a:extLst>
          </p:cNvPr>
          <p:cNvSpPr/>
          <p:nvPr/>
        </p:nvSpPr>
        <p:spPr>
          <a:xfrm>
            <a:off x="7583585" y="6648843"/>
            <a:ext cx="1610359" cy="59271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Album identifier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912EB7A5-B570-7BAC-ACE8-E3AC2D0037CF}"/>
              </a:ext>
            </a:extLst>
          </p:cNvPr>
          <p:cNvCxnSpPr>
            <a:cxnSpLocks/>
            <a:stCxn id="7" idx="0"/>
            <a:endCxn id="167" idx="3"/>
          </p:cNvCxnSpPr>
          <p:nvPr/>
        </p:nvCxnSpPr>
        <p:spPr>
          <a:xfrm flipV="1">
            <a:off x="9794452" y="2300735"/>
            <a:ext cx="748317" cy="53359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40AF16EE-98B7-F678-B9E6-A3DC3CB44000}"/>
              </a:ext>
            </a:extLst>
          </p:cNvPr>
          <p:cNvSpPr/>
          <p:nvPr/>
        </p:nvSpPr>
        <p:spPr>
          <a:xfrm>
            <a:off x="10306937" y="1794825"/>
            <a:ext cx="1610359" cy="59271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Title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70289CAE-FE8E-4CFC-FC00-B447D72444F8}"/>
              </a:ext>
            </a:extLst>
          </p:cNvPr>
          <p:cNvCxnSpPr>
            <a:cxnSpLocks/>
            <a:stCxn id="7" idx="3"/>
            <a:endCxn id="170" idx="2"/>
          </p:cNvCxnSpPr>
          <p:nvPr/>
        </p:nvCxnSpPr>
        <p:spPr>
          <a:xfrm>
            <a:off x="11241466" y="3333949"/>
            <a:ext cx="755462" cy="17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E8747DED-162B-5E75-F08D-2578A3D36497}"/>
              </a:ext>
            </a:extLst>
          </p:cNvPr>
          <p:cNvSpPr/>
          <p:nvPr/>
        </p:nvSpPr>
        <p:spPr>
          <a:xfrm>
            <a:off x="11996928" y="3039378"/>
            <a:ext cx="1610359" cy="59271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Author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C06F69B-2222-024D-A6E6-4EA066021197}"/>
              </a:ext>
            </a:extLst>
          </p:cNvPr>
          <p:cNvSpPr txBox="1"/>
          <p:nvPr/>
        </p:nvSpPr>
        <p:spPr>
          <a:xfrm>
            <a:off x="1881408" y="2187748"/>
            <a:ext cx="381836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9A8A997-9F08-D8FB-5AA1-8DC193521A3D}"/>
              </a:ext>
            </a:extLst>
          </p:cNvPr>
          <p:cNvSpPr txBox="1"/>
          <p:nvPr/>
        </p:nvSpPr>
        <p:spPr>
          <a:xfrm>
            <a:off x="4050579" y="1259840"/>
            <a:ext cx="333746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FC8F4223-AD33-61AA-EFB2-D6FDCC9FDF71}"/>
              </a:ext>
            </a:extLst>
          </p:cNvPr>
          <p:cNvSpPr txBox="1"/>
          <p:nvPr/>
        </p:nvSpPr>
        <p:spPr>
          <a:xfrm>
            <a:off x="4063744" y="2975282"/>
            <a:ext cx="381836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65CFF14-D346-BEFF-4C79-997185A0DAB3}"/>
              </a:ext>
            </a:extLst>
          </p:cNvPr>
          <p:cNvSpPr txBox="1"/>
          <p:nvPr/>
        </p:nvSpPr>
        <p:spPr>
          <a:xfrm>
            <a:off x="1881408" y="4080526"/>
            <a:ext cx="381836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FCC0DAA-95C1-C827-78C1-A2FF35FE4371}"/>
              </a:ext>
            </a:extLst>
          </p:cNvPr>
          <p:cNvSpPr txBox="1"/>
          <p:nvPr/>
        </p:nvSpPr>
        <p:spPr>
          <a:xfrm>
            <a:off x="3896871" y="5194391"/>
            <a:ext cx="333746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E107194-0B83-2E7C-F65F-ABF26EBDE544}"/>
              </a:ext>
            </a:extLst>
          </p:cNvPr>
          <p:cNvSpPr txBox="1"/>
          <p:nvPr/>
        </p:nvSpPr>
        <p:spPr>
          <a:xfrm>
            <a:off x="8016856" y="5205054"/>
            <a:ext cx="333746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6591638-062F-A1EB-CBF5-171A3A49582A}"/>
              </a:ext>
            </a:extLst>
          </p:cNvPr>
          <p:cNvSpPr txBox="1"/>
          <p:nvPr/>
        </p:nvSpPr>
        <p:spPr>
          <a:xfrm>
            <a:off x="9834864" y="4044966"/>
            <a:ext cx="333746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737A67FC-E591-57D6-1806-AAB6E894E06C}"/>
              </a:ext>
            </a:extLst>
          </p:cNvPr>
          <p:cNvSpPr txBox="1"/>
          <p:nvPr/>
        </p:nvSpPr>
        <p:spPr>
          <a:xfrm>
            <a:off x="7425103" y="2916023"/>
            <a:ext cx="333746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95062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Karas Bassem</dc:creator>
  <cp:lastModifiedBy>Karas Bassem</cp:lastModifiedBy>
  <cp:revision>1</cp:revision>
  <dcterms:created xsi:type="dcterms:W3CDTF">2026-04-16T22:42:58Z</dcterms:created>
  <dcterms:modified xsi:type="dcterms:W3CDTF">2026-04-16T22:42:58Z</dcterms:modified>
</cp:coreProperties>
</file>